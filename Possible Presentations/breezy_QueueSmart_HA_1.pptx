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2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74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223760" y="301752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1371600" cy="13716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011680" y="5029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QueueSmart HA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011680" y="126187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Learning-Powered Queue Prediction for Home Affairs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029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Bheki · 101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Simphiwe -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Bohlale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Mabonga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941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274320" y="481888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COMS3007A · Machine Learning · Assignment 1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citizens waste millions of hours waiting at Home Affairs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Million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per year to DHA branches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7432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52044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Hours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20440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 at major branches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234440"/>
            <a:ext cx="27432" cy="10972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6294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629400" y="1810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 offices nationwide — all untracked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7548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Waits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12724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way to know how long they'll wait — planning is impossible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265176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2514600" y="265176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262432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24328" y="312724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surges cause chaos, with hundreds queuing at once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65176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77316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Income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12724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&amp; informal traders sacrifice a full day's wages to secure vital documents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265176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6812280" y="265176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922008" y="274320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Shedding &amp; Outages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22008" y="3127248"/>
            <a:ext cx="1792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failures cause unexpected shutdowns, worsening congestion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DHA Annual Report 2023–2024 · gov.za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&amp; Why Now?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and market opportunity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citizens needing IDs, passports, birth certificates or permits — virtually every adult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individuals &amp; informal traders who can't afford to lose a full day's income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requiring IDs for university applications while balancing class schedules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Pensioners &amp; people with disabilities who cannot endure long physical queues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02920" y="3410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offices seeking efficiency gains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offering integrated Home Affairs services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06908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84632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hasn't this been solved?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93392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DHA's e-Home Affairs portal covers only 27 of 412 branches — no wait-time predictions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apps (e.g. Queue Me) are generic — not DHA-specific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branch-level ML predictions requires sustained data infrastructure and government cooperation — barriers that have blocked private developers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913632"/>
            <a:ext cx="3566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709160" y="4005072"/>
            <a:ext cx="406908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846320" y="405993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QueueSmart solves this via crowdsourced data — removing the dependency on government data access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QueueSmart HA — predict, plan, and save time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48640" y="112471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QueueSmart HA uses machine learning to predict wait times at specific DHA branches — so citizens can plan their visits and avoid peak hours.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1993392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38912" y="1993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their nearest DHA branch and service type (e.g. passport, ID, birth cert)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59152" y="3200400"/>
            <a:ext cx="12801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2496312" y="196596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2496312" y="1965960"/>
            <a:ext cx="1993392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2569464" y="1993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87752" y="25603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Predicts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87752" y="2999232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wait-time estimate generated from historical patterns, time of day, load-shedding 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9704" y="3200400"/>
            <a:ext cx="12801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4626864" y="196596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4626864" y="1965960"/>
            <a:ext cx="1993392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700016" y="1993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18304" y="25603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Plans Visit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2999232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at optimal time, skipping peak congestion. Receives alerts if queues spike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0256" y="3200400"/>
            <a:ext cx="128016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757416" y="196596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6757416" y="1965960"/>
            <a:ext cx="1993392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6830568" y="19933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48856" y="256032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Feeds 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48856" y="2999232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actual wait time after visit — improving model accuracy continuously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target: 3 months (simulated data)  ·  Real-data rollout: 6 months  ·  Scale to all 412 branches: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Type of ML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 — predicting continuous wait times from labelled examples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931920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wait time in minutes (continuous)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7091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490472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ID  ·  Service Type  ·  Day of Week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 ·  Recent Queue Reports  ·  Load-Shedding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313432"/>
            <a:ext cx="3886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709160" y="2395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OUTPUT: Predicted wait time (minutes)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6334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Strategy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272491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72491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72491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75488" y="312724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Simulated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529584"/>
            <a:ext cx="2505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datasets based on known peak patterns (Monday rush, Friday afternoon surges) for initial model training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3017520"/>
            <a:ext cx="272491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3227832" y="3017520"/>
            <a:ext cx="272491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3227832" y="3017520"/>
            <a:ext cx="2724912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337560" y="312724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Crowdsourced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529584"/>
            <a:ext cx="2505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users submit actual wait times after visits. Features: branch, timestamp, service type, queue length — all anonymous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3017520"/>
            <a:ext cx="272491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6089904" y="3017520"/>
            <a:ext cx="272491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6089904" y="3017520"/>
            <a:ext cx="2724912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199632" y="312724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Partnerships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9632" y="3529584"/>
            <a:ext cx="2505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 and bank partnerships to integrate real booking and footfall data for improved accuracy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Justification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progressive pipeline — from interpretable baseline to production-grade prediction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2491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24912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130552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interpretable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&amp; validate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performance floor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3337560"/>
            <a:ext cx="2505456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75488" y="338328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4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657600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non-linear interactions (e.g. Friday + Joburg + passport = extreme wait)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1097280"/>
            <a:ext cx="272491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3227832" y="1097280"/>
            <a:ext cx="272491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319272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9272" y="13441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18470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2130552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noisy crowdsourced data via averaging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feature interactions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with small-to-medium datasets in early phases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337560"/>
            <a:ext cx="2505456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337560" y="338328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4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57600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inference vs single tree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accurate than boosting on large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097280"/>
            <a:ext cx="272491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6089904" y="1097280"/>
            <a:ext cx="2724912" cy="6400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6181344" y="1124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81344" y="13441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99632" y="18470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99632" y="2130552"/>
            <a:ext cx="25054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natively (sparse branches)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 for hard cases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regularisation reduces overfitting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99632" y="3337560"/>
            <a:ext cx="2505456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199632" y="3383280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4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3657600"/>
            <a:ext cx="25054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hyperparameter tuning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 for non-technical stakeholders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98348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progressive pipeline: train all three, deploy XGBoost in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crowdsourced inputs to a reliable, validated prediction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1097280"/>
            <a:ext cx="3794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051560" y="113385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app reports with branch, timestamp, service type, queue length, load-shedding status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45720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1801368"/>
            <a:ext cx="3794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1051560" y="183794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0756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 (e.g. 12-hr reports quarantined); rate limiting; minimum 5 independent reports per update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45720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65760" y="25054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" y="2505456"/>
            <a:ext cx="3794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051560" y="25420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7797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categorical features (branch ID, service type); cyclic encoding for time features (sin/cos)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9544"/>
            <a:ext cx="45720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65760" y="32095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120" y="3209544"/>
            <a:ext cx="3794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1051560" y="3246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4838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validation / 15% test — time-ordered split to prevent data leakage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13632"/>
            <a:ext cx="45720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365760" y="39136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0120" y="3913632"/>
            <a:ext cx="3794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1051560" y="39502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1879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Progressive: Linear Regression → Random Forest → XGBoost; hyperparameter tuning via cross-validation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1097280"/>
            <a:ext cx="3749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5029200" y="1097280"/>
            <a:ext cx="37490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5166360" y="1124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19202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(Mean Absolute Error) — main metric: average minutes off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penalises large errors (e.g. missing by 2 hrs vs 15 min)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proportion of variance explained by the 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66360" y="3054096"/>
            <a:ext cx="34747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5166360" y="31272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Over/Under-Fitting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438144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risk: early phases with sparse branch data — mitigated by Random Forest averaging and XGBoost regularisation (L1/L2)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risk if Linear Regression used alone — non-linear interactions require tree-based methods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retraining as new data arrives keeps model fresh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API — scaling from 3 pilot branches to 412 nationwide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(iOS + Android)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 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09728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2496312" y="109728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587752" y="1188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7752" y="150876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REST 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model retraining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09728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4626864" y="109728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718304" y="1188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18304" y="150876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structured visit records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time-series storage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report logging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57416" y="109728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6757416" y="1097280"/>
            <a:ext cx="199339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848856" y="1188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48856" y="150876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or Google Cloud hosting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infrastructure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for nationwide latency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0449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Phases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27249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365760" y="3456432"/>
            <a:ext cx="2724912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75488" y="3538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378561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Pilot Branches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4096512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simulated data; collect initial crowdsourced wait-time reports from early users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3456432"/>
            <a:ext cx="27249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3227832" y="3456432"/>
            <a:ext cx="2724912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3337560" y="3538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4–6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7560" y="378561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Rollout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4096512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crowdsourced data replaces simulation; model retrained weekly; expand to 20 branches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9904" y="3456432"/>
            <a:ext cx="27249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6089904" y="3456432"/>
            <a:ext cx="2724912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6199632" y="3538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7–12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378561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99632" y="4096512"/>
            <a:ext cx="2505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DHA and major banks; integrate real booking data; all 412 branches covered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Profitability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model — multiple revenue streams built for scale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24912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75488" y="120700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R1–2M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206654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contract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359152"/>
            <a:ext cx="2505456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75488" y="242316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platform to the Department of Home Affairs. One contract alone covers full team operational 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09728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227832" y="1097280"/>
            <a:ext cx="2724912" cy="6400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337560" y="120700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Partnerships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153619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R500K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37560" y="206654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(10 banks × R50K/yr)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359152"/>
            <a:ext cx="2505456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offering integrated Home Affairs services pay for real-time queue data and API access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9904" y="1097280"/>
            <a:ext cx="272491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089904" y="1097280"/>
            <a:ext cx="2724912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199632" y="120700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9632" y="153619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R1.74M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99632" y="206654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(5K users × R29/mo)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9632" y="2359152"/>
            <a:ext cx="2505456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6199632" y="2423160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booking, real-time alerts, personalised visit scheduling for frequent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22192"/>
            <a:ext cx="841248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548640" y="3913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ARR Projection: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8679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&gt;R3.24M / year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8640" y="4325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operational costs for a small team — profitable from Year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&amp; Safeguards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collection and misuse prevention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2926080"/>
          </a:xfrm>
          <a:prstGeom prst="rect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Content to be added ]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675120" y="182880"/>
            <a:ext cx="2926080" cy="292608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has been waiting for this.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model, the plan, and the team to deliver it.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114800" cy="457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impacted annually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3hrs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time we can cut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R3.24M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2648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 projection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4114800" cy="45720"/>
          </a:xfrm>
          <a:prstGeom prst="rect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QueueSmart HA: Redefining how citizens interact with essential public services.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274320" y="481888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COMS3007A · Machine Learning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1209</Words>
  <Application>Microsoft Office PowerPoint</Application>
  <PresentationFormat>On-screen Show (16:9)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QueueSmart HA</dc:title>
  <dc:subject>PptxGenJS Presentation</dc:subject>
  <dc:creator>PptxGenJS</dc:creator>
  <cp:lastModifiedBy>Computer ScienceStudent</cp:lastModifiedBy>
  <cp:revision>2</cp:revision>
  <dcterms:created xsi:type="dcterms:W3CDTF">2026-03-28T23:31:39Z</dcterms:created>
  <dcterms:modified xsi:type="dcterms:W3CDTF">2026-03-28T23:40:52Z</dcterms:modified>
</cp:coreProperties>
</file>