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12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97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863840" y="-457200"/>
            <a:ext cx="2011680" cy="201168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321040" y="182880"/>
            <a:ext cx="1097280" cy="10972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09728" y="4754880"/>
            <a:ext cx="9034272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ML STARTUP PITCH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Powered by Machine Intelligence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sz="13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BashSeasonnn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COMS3007A · Machine Learning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education is failing students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fall behind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lessons move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fast for them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teacher-to-student ratio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 public schools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no personalisation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R28B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in 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low graduation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0292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Teachers simply cannot monitor every student's comprehension in real time — gaps go undetected until it's too late.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gap in adaptive EdTech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hasn't it been solved?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(Duolingo, Khan Academy) are rule-based, not truly adaptive
</a:t>
            </a: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student modelling — they respond to clicks, not comprehension
</a:t>
            </a: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adaptive systems (Knewton) cost $1000s/yr — out of reach for schools
</a:t>
            </a: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market almost entirely ignored by global EdTech players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023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 size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adaptive learning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743200"/>
            <a:ext cx="37947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846320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2999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CAGR — fastest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EdTech segment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547872"/>
            <a:ext cx="37947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846320" y="3803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3803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in SA secondary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tertiary education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4352544"/>
            <a:ext cx="37947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846320" y="4434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purpose-built for SA curriculum, affordable SaaS model, deployable offline.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TutorAI: A real-time student difficulty predictor &amp; adaptive question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463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73152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659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74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comprehension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240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response accuracy, time-on-task, and error patterns to build a live student knowledge model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4023360" cy="1463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73152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74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difficulty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2240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flags which concepts each student is likely to struggle with — before they fail a test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3337560"/>
            <a:ext cx="4023360" cy="1463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365760" y="3337560"/>
            <a:ext cx="73152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11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520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content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51560" y="3886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adjusts question difficulty, style, and pacing based on the predicted struggle zones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3337560"/>
            <a:ext cx="4023360" cy="1463040"/>
          </a:xfrm>
          <a:prstGeom prst="rect">
            <a:avLst/>
          </a:prstGeom>
          <a:solidFill>
            <a:srgbClr val="0F2C52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4754880" y="3337560"/>
            <a:ext cx="73152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611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520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40680" y="3886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educators a class-wide heatmap of weak concepts so they can intervene at exactly the right moment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</a:rPr>
              <a:t>Type of ML:  Supervised Learning (classification + regression)  ·  Reinforcement Learning (content adaptation)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DATA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rich, labelled interaction data cost-effectively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interaction logs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&amp; timestamps from Moodle / Google Classroom
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labels: correct/incorrect, time per question, retries
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collect via LMS API — no manual labelling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154680" y="150876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school partnership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2103120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2–3 Gauteng schools for a 6-month pilot
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test scores provide ground-truth difficulty labels
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annotate lesson plan difficulty as weak supervision signal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5087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5989320" y="1508760"/>
            <a:ext cx="265176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08076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education datasets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9048" y="2103120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EdNet (131M student interactions, freely available)
</a:t>
            </a: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ASSISTments dataset (math problem sequences)
</a:t>
            </a: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pre-training before fine-tuning on local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074920"/>
            <a:ext cx="850392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strategy: LMS logs are zero-cost. Pilot schools motivated by free access. Open datasets eliminate cold-start data problem.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ML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pipeline &amp; justification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5544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957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timings,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956816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920240" y="1554480"/>
            <a:ext cx="15544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920240" y="15544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3957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rate, speed,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difficulty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1956816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566160" y="1554480"/>
            <a:ext cx="1554480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(DKT)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3957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38928" y="1956816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5212080" y="1554480"/>
            <a:ext cx="155448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212080" y="15544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3957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concept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84848" y="1956816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858000" y="1554480"/>
            <a:ext cx="15544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858000" y="15544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content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3957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selects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64008" cy="18745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38912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Knowledge Tracing (DKT)?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350215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naturally model sequential learning. Unlike Bayesian Knowledge Tracing (BKT), DKT handles multi-concept interdependencies. Pre-trained on EdNet then fine-tuned on local data. Literature shows 15–20% AUC improvement over BKT.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301752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6400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319272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for difficulty prediction?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9272" y="350215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handles the tabular, mixed-type feature space (accuracy ratios, response times, streak lengths) better than deep nets. Fast inference. Interpretable via SHAP — important for teacher-facing explanations.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01752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6035040" y="3017520"/>
            <a:ext cx="64008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199632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Bandit (RL) for content adaptation?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9632" y="350215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multi-armed bandit (LinUCB) balances exploration vs exploitation — it tries new question types while exploiting what works. Lightweight enough to run per student in real time. Full RL is overkill at this stage.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DATA PREP &amp;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messy data &amp; measuring what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response times with median; drop sessions &lt; 3 interactions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padding: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sequences to T=200 for LSTM batching; mask padded tokens in loss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toward 'correct' — apply SMOTE + class-weighted loss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scale time features; one-hot encode concept IDs; learnable embeddings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student ID (not randomly) to prevent leakage; 70/15/15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1148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9568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for difficulty prediction — handles class imbalance well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4871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BKT comparison: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Bayesian Knowledge Tracing; target ≥5% AUC improvement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assign students to TutorAI vs standard; compare pre/post score gains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5478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check: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train/val loss curves; early stopping patience=5; dropout=0.3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4078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metric: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test score improvement over 6-week pilot (ground truth)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challenge: Underfitting in early training (limited SA data) — mitigated by transfer learning from EdNet pre-training.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(Months 1–4)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(React + FastAPI)
</a:t>
            </a: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Google Classroom API
</a:t>
            </a: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 Wits feeder schools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81528" y="2075688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(Months 5–10)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4505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for low-data use
</a:t>
            </a: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LTI plugin for universities
</a:t>
            </a: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PWA for load-shedding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1888" y="2075688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2+)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24505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rollout (Nigeria, Kenya)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 to existing LMS vendors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partnerships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Progressive Web 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— REST endpoints for predictions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serving: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for fast, lightweight DKT inference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178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(interaction logs) + Redis (session state)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API, Moodle LTI 1.3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</a:rPr>
              <a:t>BUSINESS MODEL &amp; ETHICS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Profitable, responsible, and built to last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605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we make money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SaaS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R150/learner/year — billed to school or district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06624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tier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R300/student/year — deeper analytics, LMS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19856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licensing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government deal — R5/learner/month for national rollout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33088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R0.002/prediction for third-party LMS vendors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416052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Ethical safeguards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9339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937760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compliance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data stored in SA; no cross-border transfer; parental consent for under-18s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06624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937760" y="27066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biometric data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responses only — no camera, no emotion detection, no biometric inputs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937760" y="3419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predictions via SHAP values; teachers can always see why a concept was flagged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133088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937760" y="4133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auditing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fairness audits by language, province, socioeconomic proxy — flag and retrain if gaps emerge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million learners.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tutor.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ML stack: DKT + XGBoost + Bandit RL
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cold-start: pre-trained on 131M+ interactions
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POPIA-compliant, teacher-explainable, bias-audited
</a:t>
            </a: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R150/learner/yr — achieves break-even at 5,000 users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Let's build this together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1168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TutorAI Pitch Deck</dc:title>
  <dc:subject>PptxGenJS Presentation</dc:subject>
  <dc:creator>PptxGenJS</dc:creator>
  <cp:lastModifiedBy>Computer ScienceStudent</cp:lastModifiedBy>
  <cp:revision>2</cp:revision>
  <dcterms:created xsi:type="dcterms:W3CDTF">2026-03-15T20:03:06Z</dcterms:created>
  <dcterms:modified xsi:type="dcterms:W3CDTF">2026-03-15T20:12:14Z</dcterms:modified>
</cp:coreProperties>
</file>